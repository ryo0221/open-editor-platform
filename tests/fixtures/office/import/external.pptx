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360000" y="4500000"/>
            <a:ext cx="468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Noto Sans CJK JP"/>
              </a:rPr>
              <a:t>共通の受付案内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 CJK JP"/>
              <a:ea typeface="Noto Sans CJK JP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/>
          <p:cNvSpPr txBox="1"/>
          <p:nvPr/>
        </p:nvSpPr>
        <p:spPr>
          <a:xfrm>
            <a:off x="360000" y="252000"/>
            <a:ext cx="64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Noto Sans CJK JP"/>
              </a:rPr>
              <a:t>外部作成の受付改善資料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 CJK JP"/>
              <a:ea typeface="Noto Sans CJK JP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720000" y="1440000"/>
            <a:ext cx="3780000" cy="648000"/>
            <a:chOff x="720000" y="1440000"/>
            <a:chExt cx="3780000" cy="648000"/>
          </a:xfrm>
        </p:grpSpPr>
        <p:sp>
          <p:nvSpPr>
            <p:cNvPr id="3" name=""/>
            <p:cNvSpPr txBox="1"/>
            <p:nvPr/>
          </p:nvSpPr>
          <p:spPr>
            <a:xfrm>
              <a:off x="720000" y="1440000"/>
              <a:ext cx="1440000" cy="648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spAutoFit/>
            </a:bodyPr>
            <a:p>
              <a:r>
                <a:rPr b="0" lang="zh-CN" sz="2000" strike="noStrike" u="none">
                  <a:solidFill>
                    <a:srgbClr val="000000"/>
                  </a:solidFill>
                  <a:effectLst/>
                  <a:uFillTx/>
                  <a:latin typeface="Noto Sans CJK JP"/>
                </a:rPr>
                <a:t>受付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Noto Sans CJK JP"/>
                <a:ea typeface="Noto Sans CJK JP"/>
              </a:endParaRPr>
            </a:p>
          </p:txBody>
        </p:sp>
        <p:sp>
          <p:nvSpPr>
            <p:cNvPr id="4" name=""/>
            <p:cNvSpPr txBox="1"/>
            <p:nvPr/>
          </p:nvSpPr>
          <p:spPr>
            <a:xfrm>
              <a:off x="3060000" y="1440000"/>
              <a:ext cx="1440000" cy="648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spAutoFit/>
            </a:bodyPr>
            <a:p>
              <a:r>
                <a:rPr b="0" lang="zh-CN" sz="2000" strike="noStrike" u="none">
                  <a:solidFill>
                    <a:srgbClr val="000000"/>
                  </a:solidFill>
                  <a:effectLst/>
                  <a:uFillTx/>
                  <a:latin typeface="Noto Sans CJK JP"/>
                </a:rPr>
                <a:t>確認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Noto Sans CJK JP"/>
                <a:ea typeface="Noto Sans CJK JP"/>
              </a:endParaRPr>
            </a:p>
          </p:txBody>
        </p:sp>
      </p:grpSp>
      <p:sp>
        <p:nvSpPr>
          <p:cNvPr id="5" name=""/>
          <p:cNvSpPr/>
          <p:nvPr/>
        </p:nvSpPr>
        <p:spPr>
          <a:xfrm>
            <a:off x="6120000" y="1440000"/>
            <a:ext cx="1800000" cy="792000"/>
          </a:xfrm>
          <a:prstGeom prst="rect">
            <a:avLst/>
          </a:prstGeom>
          <a:solidFill>
            <a:srgbClr val="336699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 CJK JP"/>
            </a:endParaRPr>
          </a:p>
        </p:txBody>
      </p:sp>
      <p:graphicFrame>
        <p:nvGraphicFramePr>
          <p:cNvPr id="6" name=""/>
          <p:cNvGraphicFramePr/>
          <p:nvPr/>
        </p:nvGraphicFramePr>
        <p:xfrm>
          <a:off x="720000" y="2880000"/>
          <a:ext cx="5760000" cy="1080000"/>
        </p:xfrm>
        <a:graphic>
          <a:graphicData uri="http://schemas.openxmlformats.org/drawingml/2006/table">
            <a:tbl>
              <a:tblPr/>
              <a:tblGrid>
                <a:gridCol w="2880000"/>
                <a:gridCol w="2880000"/>
              </a:tblGrid>
              <a:tr h="54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zh-C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 CJK JP"/>
                        </a:rPr>
                        <a:t>項目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 CJK JP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zh-C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 CJK JP"/>
                        </a:rPr>
                        <a:t>確認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 CJK JP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4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zh-C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 CJK JP"/>
                        </a:rPr>
                        <a:t>受付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 CJK JP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zh-C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 CJK JP"/>
                        </a:rPr>
                        <a:t>完了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 CJK JP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7" name="" descr="左側を切り取った検証画像"/>
          <p:cNvPicPr/>
          <p:nvPr/>
        </p:nvPicPr>
        <p:blipFill>
          <a:blip r:embed="rId1"/>
          <a:srcRect l="18751" t="0" r="0" b="0"/>
          <a:stretch/>
        </p:blipFill>
        <p:spPr>
          <a:xfrm>
            <a:off x="6840000" y="3060000"/>
            <a:ext cx="1620000" cy="99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PRIVATE_OFFICE_AUTHOR_SENTINEL</dc:creator>
  <dc:description/>
  <dc:language>en-US</dc:language>
  <cp:lastModifiedBy/>
  <dcterms:modified xsi:type="dcterms:W3CDTF">2026-10-05T10:11:36Z</dcterms:modified>
  <cp:revision>1</cp:revision>
  <dc:subject/>
  <dc:title/>
</cp:coreProperties>
</file>